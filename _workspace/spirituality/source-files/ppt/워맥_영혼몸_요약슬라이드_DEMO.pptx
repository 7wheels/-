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영혼몸 - 워맥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인간은 세 부분으로 구성</a:t>
            </a:r>
          </a:p>
          <a:p>
            <a:pPr lvl="1"/>
            <a:r>
              <a:t>영(Spirit) - 이미 완전</a:t>
            </a:r>
          </a:p>
          <a:p>
            <a:pPr lvl="1"/>
            <a:r>
              <a:t>혼(Soul) - 갱신 중</a:t>
            </a:r>
          </a:p>
          <a:p>
            <a:pPr lvl="1"/>
            <a:r>
              <a:t>몸(Body) - 마지막에 따라옴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거듭난 영의 완전성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고후 5:17 - 새로운 피조물</a:t>
            </a:r>
          </a:p>
          <a:p>
            <a:pPr lvl="1"/>
            <a:r>
              <a:t>엡 4:24 - 하나님을 따라 창조</a:t>
            </a:r>
          </a:p>
          <a:p>
            <a:pPr lvl="1"/>
            <a:r>
              <a:t>이미 완전한 내 영</a:t>
            </a:r>
          </a:p>
          <a:p>
            <a:pPr lvl="1"/>
            <a:r>
              <a:t>혼이 영을 따라야 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은혜와 믿음의 관계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은혜 = 하나님의 공급</a:t>
            </a:r>
          </a:p>
          <a:p>
            <a:pPr lvl="1"/>
            <a:r>
              <a:t>믿음 = 받는 통로</a:t>
            </a:r>
          </a:p>
          <a:p>
            <a:pPr lvl="1"/>
            <a:r>
              <a:t>행위로 얻는 것이 아님</a:t>
            </a:r>
          </a:p>
          <a:p>
            <a:pPr lvl="1"/>
            <a:r>
              <a:t>엡 2:8-9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